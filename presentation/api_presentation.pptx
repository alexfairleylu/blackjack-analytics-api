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1ED9FE-EFE8-4D51-B5B1-811F85FDB80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0ACA91C-6819-4C0E-90AC-AA4ED01C08FA}">
      <dgm:prSet phldrT="[Text]" phldr="0"/>
      <dgm:spPr/>
      <dgm:t>
        <a:bodyPr/>
        <a:lstStyle/>
        <a:p>
          <a:r>
            <a:rPr lang="en-GB" dirty="0"/>
            <a:t>Client</a:t>
          </a:r>
        </a:p>
      </dgm:t>
    </dgm:pt>
    <dgm:pt modelId="{0015DBD4-FB48-4215-AFCB-2D91C44BF695}" type="parTrans" cxnId="{416ADA47-9E24-4449-99A1-ABFA42733AEF}">
      <dgm:prSet/>
      <dgm:spPr/>
      <dgm:t>
        <a:bodyPr/>
        <a:lstStyle/>
        <a:p>
          <a:endParaRPr lang="en-GB"/>
        </a:p>
      </dgm:t>
    </dgm:pt>
    <dgm:pt modelId="{C0E761A9-D260-415C-978E-E46F2F7A334A}" type="sibTrans" cxnId="{416ADA47-9E24-4449-99A1-ABFA42733AEF}">
      <dgm:prSet/>
      <dgm:spPr/>
      <dgm:t>
        <a:bodyPr/>
        <a:lstStyle/>
        <a:p>
          <a:endParaRPr lang="en-GB"/>
        </a:p>
      </dgm:t>
    </dgm:pt>
    <dgm:pt modelId="{E7B807A7-C160-4E40-A5A8-0C2C6A38A458}">
      <dgm:prSet phldrT="[Text]" phldr="0"/>
      <dgm:spPr/>
      <dgm:t>
        <a:bodyPr/>
        <a:lstStyle/>
        <a:p>
          <a:r>
            <a:rPr lang="en-GB" dirty="0"/>
            <a:t>Fast API Routes</a:t>
          </a:r>
        </a:p>
      </dgm:t>
    </dgm:pt>
    <dgm:pt modelId="{82F1F03F-EE49-463E-AB10-4C11C2BF723E}" type="parTrans" cxnId="{C96768A5-E49D-4D09-A8EE-C290AF84736E}">
      <dgm:prSet/>
      <dgm:spPr/>
      <dgm:t>
        <a:bodyPr/>
        <a:lstStyle/>
        <a:p>
          <a:endParaRPr lang="en-GB"/>
        </a:p>
      </dgm:t>
    </dgm:pt>
    <dgm:pt modelId="{46D1BC3C-1D95-40B1-B684-F3EE4A9AC33E}" type="sibTrans" cxnId="{C96768A5-E49D-4D09-A8EE-C290AF84736E}">
      <dgm:prSet/>
      <dgm:spPr/>
      <dgm:t>
        <a:bodyPr/>
        <a:lstStyle/>
        <a:p>
          <a:endParaRPr lang="en-GB"/>
        </a:p>
      </dgm:t>
    </dgm:pt>
    <dgm:pt modelId="{288297D6-C77B-43FC-A86D-4A5A6530BDDE}">
      <dgm:prSet phldrT="[Text]" phldr="0"/>
      <dgm:spPr/>
      <dgm:t>
        <a:bodyPr/>
        <a:lstStyle/>
        <a:p>
          <a:r>
            <a:rPr lang="en-GB" dirty="0"/>
            <a:t>Data Access</a:t>
          </a:r>
        </a:p>
      </dgm:t>
    </dgm:pt>
    <dgm:pt modelId="{AACC21D3-70CD-4F75-8AE9-87C33C2E36FF}" type="parTrans" cxnId="{478BB4DE-C7F0-43B2-BF15-A668E1615E27}">
      <dgm:prSet/>
      <dgm:spPr/>
      <dgm:t>
        <a:bodyPr/>
        <a:lstStyle/>
        <a:p>
          <a:endParaRPr lang="en-GB"/>
        </a:p>
      </dgm:t>
    </dgm:pt>
    <dgm:pt modelId="{FDA22B29-2E11-45F7-BD3E-26C68EB7A9B5}" type="sibTrans" cxnId="{478BB4DE-C7F0-43B2-BF15-A668E1615E27}">
      <dgm:prSet/>
      <dgm:spPr/>
      <dgm:t>
        <a:bodyPr/>
        <a:lstStyle/>
        <a:p>
          <a:endParaRPr lang="en-GB"/>
        </a:p>
      </dgm:t>
    </dgm:pt>
    <dgm:pt modelId="{EDF0B6EB-7C39-4B3A-B122-C110B1683D29}">
      <dgm:prSet/>
      <dgm:spPr/>
      <dgm:t>
        <a:bodyPr/>
        <a:lstStyle/>
        <a:p>
          <a:r>
            <a:rPr lang="en-GB" dirty="0"/>
            <a:t>Authentication</a:t>
          </a:r>
        </a:p>
      </dgm:t>
    </dgm:pt>
    <dgm:pt modelId="{DB791197-098A-4563-A209-7E0687B461EE}" type="parTrans" cxnId="{1A922BDD-EF12-4271-BA3B-88046013FC48}">
      <dgm:prSet/>
      <dgm:spPr/>
      <dgm:t>
        <a:bodyPr/>
        <a:lstStyle/>
        <a:p>
          <a:endParaRPr lang="en-GB"/>
        </a:p>
      </dgm:t>
    </dgm:pt>
    <dgm:pt modelId="{D5780B00-06B1-429F-8FB6-817324913090}" type="sibTrans" cxnId="{1A922BDD-EF12-4271-BA3B-88046013FC48}">
      <dgm:prSet/>
      <dgm:spPr/>
      <dgm:t>
        <a:bodyPr/>
        <a:lstStyle/>
        <a:p>
          <a:endParaRPr lang="en-GB"/>
        </a:p>
      </dgm:t>
    </dgm:pt>
    <dgm:pt modelId="{EF66EEF5-7899-462D-B95C-75E31498E614}" type="pres">
      <dgm:prSet presAssocID="{541ED9FE-EFE8-4D51-B5B1-811F85FDB800}" presName="Name0" presStyleCnt="0">
        <dgm:presLayoutVars>
          <dgm:dir/>
          <dgm:resizeHandles val="exact"/>
        </dgm:presLayoutVars>
      </dgm:prSet>
      <dgm:spPr/>
    </dgm:pt>
    <dgm:pt modelId="{3F596F6D-EBBB-401E-BE07-AAB3BC7B9ED5}" type="pres">
      <dgm:prSet presAssocID="{70ACA91C-6819-4C0E-90AC-AA4ED01C08FA}" presName="node" presStyleLbl="node1" presStyleIdx="0" presStyleCnt="4" custLinFactX="118657" custLinFactY="-100000" custLinFactNeighborX="200000" custLinFactNeighborY="-106247">
        <dgm:presLayoutVars>
          <dgm:bulletEnabled val="1"/>
        </dgm:presLayoutVars>
      </dgm:prSet>
      <dgm:spPr/>
    </dgm:pt>
    <dgm:pt modelId="{22B76AE1-80E4-4ED4-9F0A-4446DDFCAFAC}" type="pres">
      <dgm:prSet presAssocID="{C0E761A9-D260-415C-978E-E46F2F7A334A}" presName="sibTrans" presStyleLbl="sibTrans2D1" presStyleIdx="0" presStyleCnt="3"/>
      <dgm:spPr/>
    </dgm:pt>
    <dgm:pt modelId="{5AE14D5C-E67B-47E0-BBB7-8E283FC58610}" type="pres">
      <dgm:prSet presAssocID="{C0E761A9-D260-415C-978E-E46F2F7A334A}" presName="connectorText" presStyleLbl="sibTrans2D1" presStyleIdx="0" presStyleCnt="3"/>
      <dgm:spPr/>
    </dgm:pt>
    <dgm:pt modelId="{8D737F33-05A1-4A7F-9A95-604FC888F831}" type="pres">
      <dgm:prSet presAssocID="{EDF0B6EB-7C39-4B3A-B122-C110B1683D29}" presName="node" presStyleLbl="node1" presStyleIdx="1" presStyleCnt="4" custLinFactX="-35682" custLinFactNeighborX="-100000" custLinFactNeighborY="-55449">
        <dgm:presLayoutVars>
          <dgm:bulletEnabled val="1"/>
        </dgm:presLayoutVars>
      </dgm:prSet>
      <dgm:spPr/>
    </dgm:pt>
    <dgm:pt modelId="{BBCA4241-1B4F-48B3-83FE-2E02D3A38A07}" type="pres">
      <dgm:prSet presAssocID="{D5780B00-06B1-429F-8FB6-817324913090}" presName="sibTrans" presStyleLbl="sibTrans2D1" presStyleIdx="1" presStyleCnt="3"/>
      <dgm:spPr/>
    </dgm:pt>
    <dgm:pt modelId="{B43019E4-0E0D-4B8E-B187-6B3B6C3AFBF0}" type="pres">
      <dgm:prSet presAssocID="{D5780B00-06B1-429F-8FB6-817324913090}" presName="connectorText" presStyleLbl="sibTrans2D1" presStyleIdx="1" presStyleCnt="3"/>
      <dgm:spPr/>
    </dgm:pt>
    <dgm:pt modelId="{ACA19D1B-6E15-43C3-95C2-6D33F6615250}" type="pres">
      <dgm:prSet presAssocID="{E7B807A7-C160-4E40-A5A8-0C2C6A38A458}" presName="node" presStyleLbl="node1" presStyleIdx="2" presStyleCnt="4" custLinFactX="-41153" custLinFactY="3174" custLinFactNeighborX="-100000" custLinFactNeighborY="100000">
        <dgm:presLayoutVars>
          <dgm:bulletEnabled val="1"/>
        </dgm:presLayoutVars>
      </dgm:prSet>
      <dgm:spPr/>
    </dgm:pt>
    <dgm:pt modelId="{EBE78969-A11C-4022-9EAE-0EC08D6A9C8C}" type="pres">
      <dgm:prSet presAssocID="{46D1BC3C-1D95-40B1-B684-F3EE4A9AC33E}" presName="sibTrans" presStyleLbl="sibTrans2D1" presStyleIdx="2" presStyleCnt="3"/>
      <dgm:spPr/>
    </dgm:pt>
    <dgm:pt modelId="{44837385-DEC6-45AF-9F29-9CF03E4F4318}" type="pres">
      <dgm:prSet presAssocID="{46D1BC3C-1D95-40B1-B684-F3EE4A9AC33E}" presName="connectorText" presStyleLbl="sibTrans2D1" presStyleIdx="2" presStyleCnt="3"/>
      <dgm:spPr/>
    </dgm:pt>
    <dgm:pt modelId="{99884F68-09A9-4FF2-B271-2DAB15F4E13D}" type="pres">
      <dgm:prSet presAssocID="{288297D6-C77B-43FC-A86D-4A5A6530BDDE}" presName="node" presStyleLbl="node1" presStyleIdx="3" presStyleCnt="4" custLinFactX="-141153" custLinFactY="105779" custLinFactNeighborX="-200000" custLinFactNeighborY="200000">
        <dgm:presLayoutVars>
          <dgm:bulletEnabled val="1"/>
        </dgm:presLayoutVars>
      </dgm:prSet>
      <dgm:spPr/>
    </dgm:pt>
  </dgm:ptLst>
  <dgm:cxnLst>
    <dgm:cxn modelId="{382D0634-BF78-4BC6-88AD-C80E80547879}" type="presOf" srcId="{46D1BC3C-1D95-40B1-B684-F3EE4A9AC33E}" destId="{EBE78969-A11C-4022-9EAE-0EC08D6A9C8C}" srcOrd="0" destOrd="0" presId="urn:microsoft.com/office/officeart/2005/8/layout/process1"/>
    <dgm:cxn modelId="{DD002B3E-43ED-4EF6-A2F9-6FEC90EA5DF0}" type="presOf" srcId="{541ED9FE-EFE8-4D51-B5B1-811F85FDB800}" destId="{EF66EEF5-7899-462D-B95C-75E31498E614}" srcOrd="0" destOrd="0" presId="urn:microsoft.com/office/officeart/2005/8/layout/process1"/>
    <dgm:cxn modelId="{416ADA47-9E24-4449-99A1-ABFA42733AEF}" srcId="{541ED9FE-EFE8-4D51-B5B1-811F85FDB800}" destId="{70ACA91C-6819-4C0E-90AC-AA4ED01C08FA}" srcOrd="0" destOrd="0" parTransId="{0015DBD4-FB48-4215-AFCB-2D91C44BF695}" sibTransId="{C0E761A9-D260-415C-978E-E46F2F7A334A}"/>
    <dgm:cxn modelId="{A82BE46D-CFAE-4FDA-839E-D680F96389BA}" type="presOf" srcId="{C0E761A9-D260-415C-978E-E46F2F7A334A}" destId="{5AE14D5C-E67B-47E0-BBB7-8E283FC58610}" srcOrd="1" destOrd="0" presId="urn:microsoft.com/office/officeart/2005/8/layout/process1"/>
    <dgm:cxn modelId="{DE5A7A56-4097-4BDF-909E-E48647FCB69A}" type="presOf" srcId="{46D1BC3C-1D95-40B1-B684-F3EE4A9AC33E}" destId="{44837385-DEC6-45AF-9F29-9CF03E4F4318}" srcOrd="1" destOrd="0" presId="urn:microsoft.com/office/officeart/2005/8/layout/process1"/>
    <dgm:cxn modelId="{CB67D396-5B50-4890-ADB2-435A678768BB}" type="presOf" srcId="{E7B807A7-C160-4E40-A5A8-0C2C6A38A458}" destId="{ACA19D1B-6E15-43C3-95C2-6D33F6615250}" srcOrd="0" destOrd="0" presId="urn:microsoft.com/office/officeart/2005/8/layout/process1"/>
    <dgm:cxn modelId="{C96768A5-E49D-4D09-A8EE-C290AF84736E}" srcId="{541ED9FE-EFE8-4D51-B5B1-811F85FDB800}" destId="{E7B807A7-C160-4E40-A5A8-0C2C6A38A458}" srcOrd="2" destOrd="0" parTransId="{82F1F03F-EE49-463E-AB10-4C11C2BF723E}" sibTransId="{46D1BC3C-1D95-40B1-B684-F3EE4A9AC33E}"/>
    <dgm:cxn modelId="{0AC00CBE-C279-4CCE-8AD3-E6AA8571AFAE}" type="presOf" srcId="{D5780B00-06B1-429F-8FB6-817324913090}" destId="{BBCA4241-1B4F-48B3-83FE-2E02D3A38A07}" srcOrd="0" destOrd="0" presId="urn:microsoft.com/office/officeart/2005/8/layout/process1"/>
    <dgm:cxn modelId="{81F8F9BF-BB90-4F62-BF9E-1A84CE5B22C9}" type="presOf" srcId="{D5780B00-06B1-429F-8FB6-817324913090}" destId="{B43019E4-0E0D-4B8E-B187-6B3B6C3AFBF0}" srcOrd="1" destOrd="0" presId="urn:microsoft.com/office/officeart/2005/8/layout/process1"/>
    <dgm:cxn modelId="{D549FFC4-C297-4DE0-B683-08859133582D}" type="presOf" srcId="{C0E761A9-D260-415C-978E-E46F2F7A334A}" destId="{22B76AE1-80E4-4ED4-9F0A-4446DDFCAFAC}" srcOrd="0" destOrd="0" presId="urn:microsoft.com/office/officeart/2005/8/layout/process1"/>
    <dgm:cxn modelId="{BE79ACC8-A764-48DA-947C-7AF718AB56C2}" type="presOf" srcId="{EDF0B6EB-7C39-4B3A-B122-C110B1683D29}" destId="{8D737F33-05A1-4A7F-9A95-604FC888F831}" srcOrd="0" destOrd="0" presId="urn:microsoft.com/office/officeart/2005/8/layout/process1"/>
    <dgm:cxn modelId="{040D8FD7-8B73-4E54-BF88-954478AE6CCE}" type="presOf" srcId="{288297D6-C77B-43FC-A86D-4A5A6530BDDE}" destId="{99884F68-09A9-4FF2-B271-2DAB15F4E13D}" srcOrd="0" destOrd="0" presId="urn:microsoft.com/office/officeart/2005/8/layout/process1"/>
    <dgm:cxn modelId="{1A922BDD-EF12-4271-BA3B-88046013FC48}" srcId="{541ED9FE-EFE8-4D51-B5B1-811F85FDB800}" destId="{EDF0B6EB-7C39-4B3A-B122-C110B1683D29}" srcOrd="1" destOrd="0" parTransId="{DB791197-098A-4563-A209-7E0687B461EE}" sibTransId="{D5780B00-06B1-429F-8FB6-817324913090}"/>
    <dgm:cxn modelId="{478BB4DE-C7F0-43B2-BF15-A668E1615E27}" srcId="{541ED9FE-EFE8-4D51-B5B1-811F85FDB800}" destId="{288297D6-C77B-43FC-A86D-4A5A6530BDDE}" srcOrd="3" destOrd="0" parTransId="{AACC21D3-70CD-4F75-8AE9-87C33C2E36FF}" sibTransId="{FDA22B29-2E11-45F7-BD3E-26C68EB7A9B5}"/>
    <dgm:cxn modelId="{7D29E3E6-C90D-48D5-AB02-1697330ECBA6}" type="presOf" srcId="{70ACA91C-6819-4C0E-90AC-AA4ED01C08FA}" destId="{3F596F6D-EBBB-401E-BE07-AAB3BC7B9ED5}" srcOrd="0" destOrd="0" presId="urn:microsoft.com/office/officeart/2005/8/layout/process1"/>
    <dgm:cxn modelId="{6CDDC7E4-35CE-4C11-8A0D-89100C815CD2}" type="presParOf" srcId="{EF66EEF5-7899-462D-B95C-75E31498E614}" destId="{3F596F6D-EBBB-401E-BE07-AAB3BC7B9ED5}" srcOrd="0" destOrd="0" presId="urn:microsoft.com/office/officeart/2005/8/layout/process1"/>
    <dgm:cxn modelId="{2C2A0EDD-6612-443C-AB1A-506828E2E735}" type="presParOf" srcId="{EF66EEF5-7899-462D-B95C-75E31498E614}" destId="{22B76AE1-80E4-4ED4-9F0A-4446DDFCAFAC}" srcOrd="1" destOrd="0" presId="urn:microsoft.com/office/officeart/2005/8/layout/process1"/>
    <dgm:cxn modelId="{BDD18C48-E66F-4ED5-9D82-FBE1B2757981}" type="presParOf" srcId="{22B76AE1-80E4-4ED4-9F0A-4446DDFCAFAC}" destId="{5AE14D5C-E67B-47E0-BBB7-8E283FC58610}" srcOrd="0" destOrd="0" presId="urn:microsoft.com/office/officeart/2005/8/layout/process1"/>
    <dgm:cxn modelId="{C383F523-910B-49B0-807F-369B5ADBC785}" type="presParOf" srcId="{EF66EEF5-7899-462D-B95C-75E31498E614}" destId="{8D737F33-05A1-4A7F-9A95-604FC888F831}" srcOrd="2" destOrd="0" presId="urn:microsoft.com/office/officeart/2005/8/layout/process1"/>
    <dgm:cxn modelId="{5E78E522-0833-47A8-A209-5FC655F5B49D}" type="presParOf" srcId="{EF66EEF5-7899-462D-B95C-75E31498E614}" destId="{BBCA4241-1B4F-48B3-83FE-2E02D3A38A07}" srcOrd="3" destOrd="0" presId="urn:microsoft.com/office/officeart/2005/8/layout/process1"/>
    <dgm:cxn modelId="{6424A2FD-8BE5-4112-9524-875DF38AD4F3}" type="presParOf" srcId="{BBCA4241-1B4F-48B3-83FE-2E02D3A38A07}" destId="{B43019E4-0E0D-4B8E-B187-6B3B6C3AFBF0}" srcOrd="0" destOrd="0" presId="urn:microsoft.com/office/officeart/2005/8/layout/process1"/>
    <dgm:cxn modelId="{A21AB3BC-0851-49D5-BFD1-7CF0120AF246}" type="presParOf" srcId="{EF66EEF5-7899-462D-B95C-75E31498E614}" destId="{ACA19D1B-6E15-43C3-95C2-6D33F6615250}" srcOrd="4" destOrd="0" presId="urn:microsoft.com/office/officeart/2005/8/layout/process1"/>
    <dgm:cxn modelId="{4F1EEC00-84C2-458A-9625-E625A7F5616A}" type="presParOf" srcId="{EF66EEF5-7899-462D-B95C-75E31498E614}" destId="{EBE78969-A11C-4022-9EAE-0EC08D6A9C8C}" srcOrd="5" destOrd="0" presId="urn:microsoft.com/office/officeart/2005/8/layout/process1"/>
    <dgm:cxn modelId="{7AB9DEB4-547F-4A1E-9A39-B28B83CFA7EA}" type="presParOf" srcId="{EBE78969-A11C-4022-9EAE-0EC08D6A9C8C}" destId="{44837385-DEC6-45AF-9F29-9CF03E4F4318}" srcOrd="0" destOrd="0" presId="urn:microsoft.com/office/officeart/2005/8/layout/process1"/>
    <dgm:cxn modelId="{4F421242-19FE-4F1A-B24A-2C2794269659}" type="presParOf" srcId="{EF66EEF5-7899-462D-B95C-75E31498E614}" destId="{99884F68-09A9-4FF2-B271-2DAB15F4E13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F4B119-75F6-41A5-A348-6069E97E2E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C57162-2E4C-4582-A26C-188F14146C02}">
      <dgm:prSet/>
      <dgm:spPr/>
      <dgm:t>
        <a:bodyPr/>
        <a:lstStyle/>
        <a:p>
          <a:r>
            <a:rPr lang="en-GB"/>
            <a:t>System Architecture</a:t>
          </a:r>
          <a:endParaRPr lang="en-US"/>
        </a:p>
      </dgm:t>
    </dgm:pt>
    <dgm:pt modelId="{F33B947A-EF87-4AB7-A65D-9AE784E6E47E}" type="parTrans" cxnId="{6FBB4E15-F4CC-43EF-9F25-F7A53CDC82E2}">
      <dgm:prSet/>
      <dgm:spPr/>
      <dgm:t>
        <a:bodyPr/>
        <a:lstStyle/>
        <a:p>
          <a:endParaRPr lang="en-US"/>
        </a:p>
      </dgm:t>
    </dgm:pt>
    <dgm:pt modelId="{11236248-22BC-4443-8A36-B171DAAC9CFA}" type="sibTrans" cxnId="{6FBB4E15-F4CC-43EF-9F25-F7A53CDC82E2}">
      <dgm:prSet/>
      <dgm:spPr/>
      <dgm:t>
        <a:bodyPr/>
        <a:lstStyle/>
        <a:p>
          <a:endParaRPr lang="en-US"/>
        </a:p>
      </dgm:t>
    </dgm:pt>
    <dgm:pt modelId="{CF88802D-64D3-451F-A5B2-E059F20972E9}">
      <dgm:prSet/>
      <dgm:spPr/>
      <dgm:t>
        <a:bodyPr/>
        <a:lstStyle/>
        <a:p>
          <a:r>
            <a:rPr lang="en-GB"/>
            <a:t>Extensive technology stack</a:t>
          </a:r>
          <a:endParaRPr lang="en-US"/>
        </a:p>
      </dgm:t>
    </dgm:pt>
    <dgm:pt modelId="{B9F8DED2-F30C-472F-97C7-9FCC90B4684F}" type="parTrans" cxnId="{C9B1079A-A1D0-4079-BAB7-24F9F247CD3A}">
      <dgm:prSet/>
      <dgm:spPr/>
      <dgm:t>
        <a:bodyPr/>
        <a:lstStyle/>
        <a:p>
          <a:endParaRPr lang="en-US"/>
        </a:p>
      </dgm:t>
    </dgm:pt>
    <dgm:pt modelId="{87869A86-3B11-474E-82A0-959B4120A4B6}" type="sibTrans" cxnId="{C9B1079A-A1D0-4079-BAB7-24F9F247CD3A}">
      <dgm:prSet/>
      <dgm:spPr/>
      <dgm:t>
        <a:bodyPr/>
        <a:lstStyle/>
        <a:p>
          <a:endParaRPr lang="en-US"/>
        </a:p>
      </dgm:t>
    </dgm:pt>
    <dgm:pt modelId="{733A10BE-B25E-4527-BB8E-72B57AF18590}">
      <dgm:prSet/>
      <dgm:spPr/>
      <dgm:t>
        <a:bodyPr/>
        <a:lstStyle/>
        <a:p>
          <a:r>
            <a:rPr lang="en-GB"/>
            <a:t>Limitations and Future Improvements</a:t>
          </a:r>
          <a:endParaRPr lang="en-US"/>
        </a:p>
      </dgm:t>
    </dgm:pt>
    <dgm:pt modelId="{E8B0BEDB-A94F-4196-B01C-A84A4E55B1CD}" type="parTrans" cxnId="{3672A515-C951-4C25-9AEF-176207D4CCCA}">
      <dgm:prSet/>
      <dgm:spPr/>
      <dgm:t>
        <a:bodyPr/>
        <a:lstStyle/>
        <a:p>
          <a:endParaRPr lang="en-US"/>
        </a:p>
      </dgm:t>
    </dgm:pt>
    <dgm:pt modelId="{BC1ACB9C-2577-4D3F-ABA4-FC97AF908312}" type="sibTrans" cxnId="{3672A515-C951-4C25-9AEF-176207D4CCCA}">
      <dgm:prSet/>
      <dgm:spPr/>
      <dgm:t>
        <a:bodyPr/>
        <a:lstStyle/>
        <a:p>
          <a:endParaRPr lang="en-US"/>
        </a:p>
      </dgm:t>
    </dgm:pt>
    <dgm:pt modelId="{8A8388CC-4594-4CFA-8801-01C6FA4D904A}" type="pres">
      <dgm:prSet presAssocID="{A2F4B119-75F6-41A5-A348-6069E97E2EC8}" presName="root" presStyleCnt="0">
        <dgm:presLayoutVars>
          <dgm:dir/>
          <dgm:resizeHandles val="exact"/>
        </dgm:presLayoutVars>
      </dgm:prSet>
      <dgm:spPr/>
    </dgm:pt>
    <dgm:pt modelId="{68C6005B-9290-4425-ABBD-47D977F45501}" type="pres">
      <dgm:prSet presAssocID="{89C57162-2E4C-4582-A26C-188F14146C02}" presName="compNode" presStyleCnt="0"/>
      <dgm:spPr/>
    </dgm:pt>
    <dgm:pt modelId="{90C83A0B-1E8E-48AD-B30D-E1841013BD57}" type="pres">
      <dgm:prSet presAssocID="{89C57162-2E4C-4582-A26C-188F14146C02}" presName="bgRect" presStyleLbl="bgShp" presStyleIdx="0" presStyleCnt="3"/>
      <dgm:spPr/>
    </dgm:pt>
    <dgm:pt modelId="{F91FD83D-EB95-40BB-AADF-F9742CDA825A}" type="pres">
      <dgm:prSet presAssocID="{89C57162-2E4C-4582-A26C-188F14146C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F37C805-6489-4248-B12C-D7B8EFEF91D8}" type="pres">
      <dgm:prSet presAssocID="{89C57162-2E4C-4582-A26C-188F14146C02}" presName="spaceRect" presStyleCnt="0"/>
      <dgm:spPr/>
    </dgm:pt>
    <dgm:pt modelId="{E7AB5581-D358-4816-88C6-D869B8080A18}" type="pres">
      <dgm:prSet presAssocID="{89C57162-2E4C-4582-A26C-188F14146C02}" presName="parTx" presStyleLbl="revTx" presStyleIdx="0" presStyleCnt="3">
        <dgm:presLayoutVars>
          <dgm:chMax val="0"/>
          <dgm:chPref val="0"/>
        </dgm:presLayoutVars>
      </dgm:prSet>
      <dgm:spPr/>
    </dgm:pt>
    <dgm:pt modelId="{85C49FBF-6744-4EC3-95C6-4A965EFA69E4}" type="pres">
      <dgm:prSet presAssocID="{11236248-22BC-4443-8A36-B171DAAC9CFA}" presName="sibTrans" presStyleCnt="0"/>
      <dgm:spPr/>
    </dgm:pt>
    <dgm:pt modelId="{0F12ED90-3DE9-4A59-A4DF-F49F1DB63F46}" type="pres">
      <dgm:prSet presAssocID="{CF88802D-64D3-451F-A5B2-E059F20972E9}" presName="compNode" presStyleCnt="0"/>
      <dgm:spPr/>
    </dgm:pt>
    <dgm:pt modelId="{BD5E7270-332D-469F-8DA3-FF85000E87F2}" type="pres">
      <dgm:prSet presAssocID="{CF88802D-64D3-451F-A5B2-E059F20972E9}" presName="bgRect" presStyleLbl="bgShp" presStyleIdx="1" presStyleCnt="3"/>
      <dgm:spPr/>
    </dgm:pt>
    <dgm:pt modelId="{EF527A52-CB27-4E53-8291-06C5D7A629FC}" type="pres">
      <dgm:prSet presAssocID="{CF88802D-64D3-451F-A5B2-E059F20972E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B74347C-DEB3-48BA-8190-E101D5C4BC06}" type="pres">
      <dgm:prSet presAssocID="{CF88802D-64D3-451F-A5B2-E059F20972E9}" presName="spaceRect" presStyleCnt="0"/>
      <dgm:spPr/>
    </dgm:pt>
    <dgm:pt modelId="{00D8A684-86D0-4533-8041-C1459A347206}" type="pres">
      <dgm:prSet presAssocID="{CF88802D-64D3-451F-A5B2-E059F20972E9}" presName="parTx" presStyleLbl="revTx" presStyleIdx="1" presStyleCnt="3">
        <dgm:presLayoutVars>
          <dgm:chMax val="0"/>
          <dgm:chPref val="0"/>
        </dgm:presLayoutVars>
      </dgm:prSet>
      <dgm:spPr/>
    </dgm:pt>
    <dgm:pt modelId="{27977ACC-E38D-4B71-91E9-DADBE85ED63A}" type="pres">
      <dgm:prSet presAssocID="{87869A86-3B11-474E-82A0-959B4120A4B6}" presName="sibTrans" presStyleCnt="0"/>
      <dgm:spPr/>
    </dgm:pt>
    <dgm:pt modelId="{A31D08BD-9825-46E5-9E0A-9A60FB302575}" type="pres">
      <dgm:prSet presAssocID="{733A10BE-B25E-4527-BB8E-72B57AF18590}" presName="compNode" presStyleCnt="0"/>
      <dgm:spPr/>
    </dgm:pt>
    <dgm:pt modelId="{3A8265AC-4E1A-47E8-BA77-421FBD372078}" type="pres">
      <dgm:prSet presAssocID="{733A10BE-B25E-4527-BB8E-72B57AF18590}" presName="bgRect" presStyleLbl="bgShp" presStyleIdx="2" presStyleCnt="3"/>
      <dgm:spPr/>
    </dgm:pt>
    <dgm:pt modelId="{D6A21886-81A4-47F9-A45C-F30F6CDCBFB8}" type="pres">
      <dgm:prSet presAssocID="{733A10BE-B25E-4527-BB8E-72B57AF185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AA7503A-76AE-47D3-8C9E-9A18049988D9}" type="pres">
      <dgm:prSet presAssocID="{733A10BE-B25E-4527-BB8E-72B57AF18590}" presName="spaceRect" presStyleCnt="0"/>
      <dgm:spPr/>
    </dgm:pt>
    <dgm:pt modelId="{A6723FDE-71DF-4F7A-81E7-47AE04F44485}" type="pres">
      <dgm:prSet presAssocID="{733A10BE-B25E-4527-BB8E-72B57AF1859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FBB4E15-F4CC-43EF-9F25-F7A53CDC82E2}" srcId="{A2F4B119-75F6-41A5-A348-6069E97E2EC8}" destId="{89C57162-2E4C-4582-A26C-188F14146C02}" srcOrd="0" destOrd="0" parTransId="{F33B947A-EF87-4AB7-A65D-9AE784E6E47E}" sibTransId="{11236248-22BC-4443-8A36-B171DAAC9CFA}"/>
    <dgm:cxn modelId="{3672A515-C951-4C25-9AEF-176207D4CCCA}" srcId="{A2F4B119-75F6-41A5-A348-6069E97E2EC8}" destId="{733A10BE-B25E-4527-BB8E-72B57AF18590}" srcOrd="2" destOrd="0" parTransId="{E8B0BEDB-A94F-4196-B01C-A84A4E55B1CD}" sibTransId="{BC1ACB9C-2577-4D3F-ABA4-FC97AF908312}"/>
    <dgm:cxn modelId="{D8909F82-10BC-47EE-89FC-D94B6416D9A7}" type="presOf" srcId="{89C57162-2E4C-4582-A26C-188F14146C02}" destId="{E7AB5581-D358-4816-88C6-D869B8080A18}" srcOrd="0" destOrd="0" presId="urn:microsoft.com/office/officeart/2018/2/layout/IconVerticalSolidList"/>
    <dgm:cxn modelId="{73461D92-44E0-435D-8F73-5BE9834319B0}" type="presOf" srcId="{733A10BE-B25E-4527-BB8E-72B57AF18590}" destId="{A6723FDE-71DF-4F7A-81E7-47AE04F44485}" srcOrd="0" destOrd="0" presId="urn:microsoft.com/office/officeart/2018/2/layout/IconVerticalSolidList"/>
    <dgm:cxn modelId="{C9B1079A-A1D0-4079-BAB7-24F9F247CD3A}" srcId="{A2F4B119-75F6-41A5-A348-6069E97E2EC8}" destId="{CF88802D-64D3-451F-A5B2-E059F20972E9}" srcOrd="1" destOrd="0" parTransId="{B9F8DED2-F30C-472F-97C7-9FCC90B4684F}" sibTransId="{87869A86-3B11-474E-82A0-959B4120A4B6}"/>
    <dgm:cxn modelId="{1AFBB2B4-9852-4E39-9522-A86FCFBD47AC}" type="presOf" srcId="{A2F4B119-75F6-41A5-A348-6069E97E2EC8}" destId="{8A8388CC-4594-4CFA-8801-01C6FA4D904A}" srcOrd="0" destOrd="0" presId="urn:microsoft.com/office/officeart/2018/2/layout/IconVerticalSolidList"/>
    <dgm:cxn modelId="{A38572B8-93A6-49EB-B10B-F1F13205C27F}" type="presOf" srcId="{CF88802D-64D3-451F-A5B2-E059F20972E9}" destId="{00D8A684-86D0-4533-8041-C1459A347206}" srcOrd="0" destOrd="0" presId="urn:microsoft.com/office/officeart/2018/2/layout/IconVerticalSolidList"/>
    <dgm:cxn modelId="{01816E33-8AF9-4ECC-980D-036BCC0BDAA8}" type="presParOf" srcId="{8A8388CC-4594-4CFA-8801-01C6FA4D904A}" destId="{68C6005B-9290-4425-ABBD-47D977F45501}" srcOrd="0" destOrd="0" presId="urn:microsoft.com/office/officeart/2018/2/layout/IconVerticalSolidList"/>
    <dgm:cxn modelId="{5EA24F28-960C-4541-8C77-AF5881A929A6}" type="presParOf" srcId="{68C6005B-9290-4425-ABBD-47D977F45501}" destId="{90C83A0B-1E8E-48AD-B30D-E1841013BD57}" srcOrd="0" destOrd="0" presId="urn:microsoft.com/office/officeart/2018/2/layout/IconVerticalSolidList"/>
    <dgm:cxn modelId="{17575550-79C2-4319-A00D-0D6D2B92127B}" type="presParOf" srcId="{68C6005B-9290-4425-ABBD-47D977F45501}" destId="{F91FD83D-EB95-40BB-AADF-F9742CDA825A}" srcOrd="1" destOrd="0" presId="urn:microsoft.com/office/officeart/2018/2/layout/IconVerticalSolidList"/>
    <dgm:cxn modelId="{99510322-E201-4056-B82D-C572C072AB21}" type="presParOf" srcId="{68C6005B-9290-4425-ABBD-47D977F45501}" destId="{3F37C805-6489-4248-B12C-D7B8EFEF91D8}" srcOrd="2" destOrd="0" presId="urn:microsoft.com/office/officeart/2018/2/layout/IconVerticalSolidList"/>
    <dgm:cxn modelId="{8CB653E6-3950-4EB0-83DC-38C494C678F4}" type="presParOf" srcId="{68C6005B-9290-4425-ABBD-47D977F45501}" destId="{E7AB5581-D358-4816-88C6-D869B8080A18}" srcOrd="3" destOrd="0" presId="urn:microsoft.com/office/officeart/2018/2/layout/IconVerticalSolidList"/>
    <dgm:cxn modelId="{B5BB36E3-1298-4ED6-981A-B042AE211588}" type="presParOf" srcId="{8A8388CC-4594-4CFA-8801-01C6FA4D904A}" destId="{85C49FBF-6744-4EC3-95C6-4A965EFA69E4}" srcOrd="1" destOrd="0" presId="urn:microsoft.com/office/officeart/2018/2/layout/IconVerticalSolidList"/>
    <dgm:cxn modelId="{63DE1C94-DE3C-4BA9-B58C-40EB40BE83B9}" type="presParOf" srcId="{8A8388CC-4594-4CFA-8801-01C6FA4D904A}" destId="{0F12ED90-3DE9-4A59-A4DF-F49F1DB63F46}" srcOrd="2" destOrd="0" presId="urn:microsoft.com/office/officeart/2018/2/layout/IconVerticalSolidList"/>
    <dgm:cxn modelId="{8DAFB0F6-7B7A-47CE-A39B-49A8DAAD7AA0}" type="presParOf" srcId="{0F12ED90-3DE9-4A59-A4DF-F49F1DB63F46}" destId="{BD5E7270-332D-469F-8DA3-FF85000E87F2}" srcOrd="0" destOrd="0" presId="urn:microsoft.com/office/officeart/2018/2/layout/IconVerticalSolidList"/>
    <dgm:cxn modelId="{F69CDDF4-CF40-45C8-94A1-DE3531FC384F}" type="presParOf" srcId="{0F12ED90-3DE9-4A59-A4DF-F49F1DB63F46}" destId="{EF527A52-CB27-4E53-8291-06C5D7A629FC}" srcOrd="1" destOrd="0" presId="urn:microsoft.com/office/officeart/2018/2/layout/IconVerticalSolidList"/>
    <dgm:cxn modelId="{C5C3A6C3-6589-4F0F-AE61-BB3EA13259BE}" type="presParOf" srcId="{0F12ED90-3DE9-4A59-A4DF-F49F1DB63F46}" destId="{6B74347C-DEB3-48BA-8190-E101D5C4BC06}" srcOrd="2" destOrd="0" presId="urn:microsoft.com/office/officeart/2018/2/layout/IconVerticalSolidList"/>
    <dgm:cxn modelId="{80AE6692-E415-4483-A9C8-ED6F01FA0AF4}" type="presParOf" srcId="{0F12ED90-3DE9-4A59-A4DF-F49F1DB63F46}" destId="{00D8A684-86D0-4533-8041-C1459A347206}" srcOrd="3" destOrd="0" presId="urn:microsoft.com/office/officeart/2018/2/layout/IconVerticalSolidList"/>
    <dgm:cxn modelId="{D5B15527-863B-4959-9CF4-942F5B4DD2B1}" type="presParOf" srcId="{8A8388CC-4594-4CFA-8801-01C6FA4D904A}" destId="{27977ACC-E38D-4B71-91E9-DADBE85ED63A}" srcOrd="3" destOrd="0" presId="urn:microsoft.com/office/officeart/2018/2/layout/IconVerticalSolidList"/>
    <dgm:cxn modelId="{0FC0DA8A-9EDE-4CF4-B2F2-9702B1C58A39}" type="presParOf" srcId="{8A8388CC-4594-4CFA-8801-01C6FA4D904A}" destId="{A31D08BD-9825-46E5-9E0A-9A60FB302575}" srcOrd="4" destOrd="0" presId="urn:microsoft.com/office/officeart/2018/2/layout/IconVerticalSolidList"/>
    <dgm:cxn modelId="{B73ECF2D-619E-4908-940C-E3BDC1977BEB}" type="presParOf" srcId="{A31D08BD-9825-46E5-9E0A-9A60FB302575}" destId="{3A8265AC-4E1A-47E8-BA77-421FBD372078}" srcOrd="0" destOrd="0" presId="urn:microsoft.com/office/officeart/2018/2/layout/IconVerticalSolidList"/>
    <dgm:cxn modelId="{A2C9BF60-0218-45AE-93ED-93072F94A202}" type="presParOf" srcId="{A31D08BD-9825-46E5-9E0A-9A60FB302575}" destId="{D6A21886-81A4-47F9-A45C-F30F6CDCBFB8}" srcOrd="1" destOrd="0" presId="urn:microsoft.com/office/officeart/2018/2/layout/IconVerticalSolidList"/>
    <dgm:cxn modelId="{7B502279-F004-4153-901B-916032CA3779}" type="presParOf" srcId="{A31D08BD-9825-46E5-9E0A-9A60FB302575}" destId="{AAA7503A-76AE-47D3-8C9E-9A18049988D9}" srcOrd="2" destOrd="0" presId="urn:microsoft.com/office/officeart/2018/2/layout/IconVerticalSolidList"/>
    <dgm:cxn modelId="{189C2674-6F2B-4F06-B981-15CD13C6D79D}" type="presParOf" srcId="{A31D08BD-9825-46E5-9E0A-9A60FB302575}" destId="{A6723FDE-71DF-4F7A-81E7-47AE04F444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96F6D-EBBB-401E-BE07-AAB3BC7B9ED5}">
      <dsp:nvSpPr>
        <dsp:cNvPr id="0" name=""/>
        <dsp:cNvSpPr/>
      </dsp:nvSpPr>
      <dsp:spPr>
        <a:xfrm>
          <a:off x="3106004" y="780033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Client</a:t>
          </a:r>
        </a:p>
      </dsp:txBody>
      <dsp:txXfrm>
        <a:off x="3133448" y="807477"/>
        <a:ext cx="1506815" cy="882133"/>
      </dsp:txXfrm>
    </dsp:sp>
    <dsp:sp modelId="{22B76AE1-80E4-4ED4-9F0A-4446DDFCAFAC}">
      <dsp:nvSpPr>
        <dsp:cNvPr id="0" name=""/>
        <dsp:cNvSpPr/>
      </dsp:nvSpPr>
      <dsp:spPr>
        <a:xfrm rot="8762358">
          <a:off x="2601467" y="1768537"/>
          <a:ext cx="451598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 rot="10800000">
        <a:off x="2707748" y="1813543"/>
        <a:ext cx="335407" cy="232382"/>
      </dsp:txXfrm>
    </dsp:sp>
    <dsp:sp modelId="{8D737F33-05A1-4A7F-9A95-604FC888F831}">
      <dsp:nvSpPr>
        <dsp:cNvPr id="0" name=""/>
        <dsp:cNvSpPr/>
      </dsp:nvSpPr>
      <dsp:spPr>
        <a:xfrm>
          <a:off x="1008028" y="2193043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Authentication</a:t>
          </a:r>
        </a:p>
      </dsp:txBody>
      <dsp:txXfrm>
        <a:off x="1035472" y="2220487"/>
        <a:ext cx="1506815" cy="882133"/>
      </dsp:txXfrm>
    </dsp:sp>
    <dsp:sp modelId="{BBCA4241-1B4F-48B3-83FE-2E02D3A38A07}">
      <dsp:nvSpPr>
        <dsp:cNvPr id="0" name=""/>
        <dsp:cNvSpPr/>
      </dsp:nvSpPr>
      <dsp:spPr>
        <a:xfrm rot="2116671">
          <a:off x="2598952" y="3219308"/>
          <a:ext cx="504092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2609621" y="3263215"/>
        <a:ext cx="387901" cy="232382"/>
      </dsp:txXfrm>
    </dsp:sp>
    <dsp:sp modelId="{ACA19D1B-6E15-43C3-95C2-6D33F6615250}">
      <dsp:nvSpPr>
        <dsp:cNvPr id="0" name=""/>
        <dsp:cNvSpPr/>
      </dsp:nvSpPr>
      <dsp:spPr>
        <a:xfrm>
          <a:off x="3108971" y="367937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Fast API Routes</a:t>
          </a:r>
        </a:p>
      </dsp:txBody>
      <dsp:txXfrm>
        <a:off x="3136415" y="3706819"/>
        <a:ext cx="1506815" cy="882133"/>
      </dsp:txXfrm>
    </dsp:sp>
    <dsp:sp modelId="{EBE78969-A11C-4022-9EAE-0EC08D6A9C8C}">
      <dsp:nvSpPr>
        <dsp:cNvPr id="0" name=""/>
        <dsp:cNvSpPr/>
      </dsp:nvSpPr>
      <dsp:spPr>
        <a:xfrm rot="5400000">
          <a:off x="3675483" y="4839292"/>
          <a:ext cx="428678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3733579" y="4858657"/>
        <a:ext cx="312487" cy="232382"/>
      </dsp:txXfrm>
    </dsp:sp>
    <dsp:sp modelId="{99884F68-09A9-4FF2-B271-2DAB15F4E13D}">
      <dsp:nvSpPr>
        <dsp:cNvPr id="0" name=""/>
        <dsp:cNvSpPr/>
      </dsp:nvSpPr>
      <dsp:spPr>
        <a:xfrm>
          <a:off x="3108971" y="542522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Data Access</a:t>
          </a:r>
        </a:p>
      </dsp:txBody>
      <dsp:txXfrm>
        <a:off x="3136415" y="5452669"/>
        <a:ext cx="1506815" cy="8821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83A0B-1E8E-48AD-B30D-E1841013BD57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1FD83D-EB95-40BB-AADF-F9742CDA825A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B5581-D358-4816-88C6-D869B8080A18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System Architecture</a:t>
          </a:r>
          <a:endParaRPr lang="en-US" sz="2500" kern="1200"/>
        </a:p>
      </dsp:txBody>
      <dsp:txXfrm>
        <a:off x="1844034" y="682"/>
        <a:ext cx="4401230" cy="1596566"/>
      </dsp:txXfrm>
    </dsp:sp>
    <dsp:sp modelId="{BD5E7270-332D-469F-8DA3-FF85000E87F2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527A52-CB27-4E53-8291-06C5D7A629FC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8A684-86D0-4533-8041-C1459A347206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Extensive technology stack</a:t>
          </a:r>
          <a:endParaRPr lang="en-US" sz="2500" kern="1200"/>
        </a:p>
      </dsp:txBody>
      <dsp:txXfrm>
        <a:off x="1844034" y="1996390"/>
        <a:ext cx="4401230" cy="1596566"/>
      </dsp:txXfrm>
    </dsp:sp>
    <dsp:sp modelId="{3A8265AC-4E1A-47E8-BA77-421FBD372078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21886-81A4-47F9-A45C-F30F6CDCBFB8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23FDE-71DF-4F7A-81E7-47AE04F44485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Limitations and Future Improvements</a:t>
          </a:r>
          <a:endParaRPr lang="en-US" sz="2500" kern="1200"/>
        </a:p>
      </dsp:txBody>
      <dsp:txXfrm>
        <a:off x="1844034" y="3992098"/>
        <a:ext cx="4401230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F5B5-181F-A8C4-9303-C51E7C53A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81597-319A-1915-7E54-C0EDFCF24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C62A6-CDCA-9AEE-59ED-26DEF074C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270E-AF99-889A-BD90-B7C91674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BD7B8-2DD3-D6D1-3B7C-97FA3646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3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8162-29F2-C6CD-8271-4D47BA21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F527E-5AFE-1B1C-9E7E-AF0CAFC85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A3A0C-ACA1-A308-1C39-7D4BA029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EFAF0-8A98-A7D1-9DD4-861D85DC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F3BDB-20F0-76BE-B5E8-BA8A5867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63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3B57-6139-785A-03F4-D93E9864A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1815-A489-99A3-9F5A-BC882BCA1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3205-3811-C6E7-9C36-34CD3874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2D8E9-7053-BF2D-F5A6-B7281541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8F80C-595A-E972-0639-251FA93A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70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4A07-F552-328A-4AEC-269D2BBB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7A829-75A9-DB4A-36D5-A679C372A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B0534-EB87-002D-2625-6620BF484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E3636-2479-4673-ED68-7104556C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133CA-C384-5371-AEE1-031E4789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71415-959D-A5C0-B127-CB889ABB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27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C0130-6EB5-8807-BEC9-59ED3AF0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74C59-A677-1264-67A3-037315EEC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4F6A7-7285-E1D3-8E93-FDCDC51A2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919FB-576B-2D7B-F49A-BF33E7765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921EC-3A86-8121-37D1-6D3E6DCC6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8FEAA-82FB-2CAE-511B-684FBE684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FA82F-2205-58AC-0F5F-95964C76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1B6BF-CBA4-3DCC-2455-C97C1E33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950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01C17-164C-F34A-0341-4117E064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00B14-92EB-E449-AE2B-FF5B5D30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FDF04-E142-E285-5245-75E02DAD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A4ED7-AF9B-F5DF-CFA0-AC8CD133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5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92D61-8B69-824B-152D-A07FADC4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F26A2-9BA7-07A4-D880-FE19C1EB2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6D917-EA56-A85D-E5CF-F662CDD6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47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6D3C2-9274-2155-4F0E-57D12867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4796-B6BE-630B-1287-73AE8B0FA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179FA-ED8E-549F-84FB-BFE18F2BC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C10B8-482A-E7FB-7FE9-378362DF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781F4-150F-7738-692F-A12AC8AA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DFD47-1505-E4CD-E93F-AA70EA71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78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8D63E-7D3F-D435-62A8-55314D0F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D01E4-4A9E-0764-2839-093D39A5B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CAB19-BB24-A291-BB55-0D2DF311B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C49BB-6ABA-08F7-B103-BEFEA050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53631-7010-C539-CE25-63D25DDA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D362F-24E3-49C0-6BF8-0E740A7A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13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945F5-94C8-A04A-2511-925A5FFD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B0F08-6835-5725-3C04-442803292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61BE9-780A-7E50-F4E9-75E350FD2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3EA4D-70CC-BE5B-6121-7901228B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34599-EBE7-08C4-D986-B8433E97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45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A829B-8CB2-B9B3-1A6E-050DD68C0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E554E-7E72-F376-47E1-DFA6369D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21ED1-34F1-9582-5054-F22B6081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836CD-5727-57C9-FDE1-680C2BA6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18B49-6480-C05E-55A2-BF850AB7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604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7C512-DF60-A5F6-B64E-D272CB025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88E99-FBCC-97E0-BB92-B1DB5C947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16464-3D96-72F5-92B8-531EFE0D0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852F8-3B7B-4CCA-AD42-F2A7FB7AA757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30C48-D313-6FC2-E51C-014E018A4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2F526-3396-2CEE-BF77-9773F3ED5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5E76D-3A33-4420-BF83-CEEDE56D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55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eck of cards in front of green background">
            <a:extLst>
              <a:ext uri="{FF2B5EF4-FFF2-40B4-BE49-F238E27FC236}">
                <a16:creationId xmlns:a16="http://schemas.microsoft.com/office/drawing/2014/main" id="{B3FD000A-B98D-C5E6-E576-F7178424BF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0" r="-1" b="896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570F99-F249-736A-2D08-E996ED0D1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GB" sz="6600">
                <a:solidFill>
                  <a:schemeClr val="bg1"/>
                </a:solidFill>
                <a:latin typeface="Georgia" panose="02040502050405020303" pitchFamily="18" charset="0"/>
              </a:rPr>
              <a:t>Blackjack Analytics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FF40F-9C77-4F4E-33D3-614CE8622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COMP3011 – Web Services and Web Data Coursework 1</a:t>
            </a:r>
          </a:p>
          <a:p>
            <a:r>
              <a:rPr lang="en-GB">
                <a:solidFill>
                  <a:schemeClr val="bg1"/>
                </a:solidFill>
              </a:rPr>
              <a:t>By Alexander Fairley @ University of Leeds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3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3F2C6-4493-E4A2-6A7B-30A830AE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 b="1">
                <a:latin typeface="Georgia" panose="02040502050405020303" pitchFamily="18" charset="0"/>
              </a:rPr>
              <a:t>Project Overview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312C6-E77D-5089-F2E0-D5D5FB151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 dirty="0"/>
              <a:t>Track user’s blackjack sessions and hands</a:t>
            </a:r>
          </a:p>
          <a:p>
            <a:r>
              <a:rPr lang="en-GB" sz="2200" dirty="0"/>
              <a:t>Analyse performance (win rate, profit, optimality)</a:t>
            </a:r>
          </a:p>
          <a:p>
            <a:r>
              <a:rPr lang="en-GB" sz="2200" dirty="0"/>
              <a:t>Strategy evaluation and advice</a:t>
            </a:r>
          </a:p>
          <a:p>
            <a:r>
              <a:rPr lang="en-GB" sz="2200" dirty="0"/>
              <a:t>Secure user system</a:t>
            </a:r>
          </a:p>
          <a:p>
            <a:endParaRPr lang="en-GB" sz="2200" dirty="0"/>
          </a:p>
        </p:txBody>
      </p:sp>
      <p:pic>
        <p:nvPicPr>
          <p:cNvPr id="1026" name="Picture 2" descr="Blackjack Strategy Charts - How to Play Perfect Blackjack">
            <a:extLst>
              <a:ext uri="{FF2B5EF4-FFF2-40B4-BE49-F238E27FC236}">
                <a16:creationId xmlns:a16="http://schemas.microsoft.com/office/drawing/2014/main" id="{CD2144F4-0534-D63D-CF03-525EAF519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71" r="-1" b="40902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89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3308-9F0D-A944-0417-8A8D1DAE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20E28-8384-1697-6039-7D1ED05E8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REST API</a:t>
            </a:r>
          </a:p>
          <a:p>
            <a:r>
              <a:rPr lang="en-GB" dirty="0"/>
              <a:t>Programmed in Python</a:t>
            </a:r>
          </a:p>
          <a:p>
            <a:r>
              <a:rPr lang="en-GB" dirty="0"/>
              <a:t>Fast API backend</a:t>
            </a:r>
          </a:p>
          <a:p>
            <a:r>
              <a:rPr lang="en-GB" dirty="0"/>
              <a:t>PostgreSQL database</a:t>
            </a:r>
          </a:p>
          <a:p>
            <a:r>
              <a:rPr lang="en-GB" dirty="0" err="1"/>
              <a:t>SQLAlchemy</a:t>
            </a:r>
            <a:r>
              <a:rPr lang="en-GB" dirty="0"/>
              <a:t> data interaction</a:t>
            </a:r>
          </a:p>
          <a:p>
            <a:r>
              <a:rPr lang="en-GB" dirty="0"/>
              <a:t>JWT Authentication</a:t>
            </a:r>
          </a:p>
          <a:p>
            <a:endParaRPr lang="en-GB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725A285-C414-A997-39F3-3E0070D431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92815"/>
              </p:ext>
            </p:extLst>
          </p:nvPr>
        </p:nvGraphicFramePr>
        <p:xfrm>
          <a:off x="5177970" y="130627"/>
          <a:ext cx="8128000" cy="6362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4CEFAAA8-AE86-65B8-9A33-53685C09B910}"/>
              </a:ext>
            </a:extLst>
          </p:cNvPr>
          <p:cNvSpPr/>
          <p:nvPr/>
        </p:nvSpPr>
        <p:spPr>
          <a:xfrm>
            <a:off x="8958943" y="1925186"/>
            <a:ext cx="185057" cy="1861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32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633D2-A52C-3B99-91A3-4E2255A1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Design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A1BF9AA-4F65-9178-2AB5-131EC3F4B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975" y="557360"/>
            <a:ext cx="2760024" cy="5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2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1C1B8-E664-890D-808F-55A6584A4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FC6A-3D53-184E-BE69-90C1D0B1E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REST endpoints</a:t>
            </a:r>
          </a:p>
          <a:p>
            <a:r>
              <a:rPr lang="en-GB"/>
              <a:t>CRUD operations</a:t>
            </a:r>
          </a:p>
          <a:p>
            <a:r>
              <a:rPr lang="en-GB"/>
              <a:t>JSON responses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E023C-8578-8E34-7092-B533E5154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66" y="3389013"/>
            <a:ext cx="4349178" cy="3468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A4D4EC-74CB-C990-FF03-42A805FFD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71" y="3586726"/>
            <a:ext cx="4262841" cy="3174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FFFA63-706F-94D0-0B42-3A6175D4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777" y="96967"/>
            <a:ext cx="2928667" cy="372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7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Microphone on stage in front of red curtain">
            <a:extLst>
              <a:ext uri="{FF2B5EF4-FFF2-40B4-BE49-F238E27FC236}">
                <a16:creationId xmlns:a16="http://schemas.microsoft.com/office/drawing/2014/main" id="{648C1639-E181-24EF-62C2-85395EFB8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F7802-912A-0F78-7A3B-C10660BCF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Live Demonstration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44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21161-8034-9D1D-F9CC-8B8E88A5D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/>
              <a:t>Strategy Analysis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15798-43F0-1848-BD5C-D3AFABA69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2200"/>
              <a:t>Personal analysis of performance</a:t>
            </a:r>
          </a:p>
          <a:p>
            <a:r>
              <a:rPr lang="en-GB" sz="2200"/>
              <a:t>Evaluation of play versus perfect strategy</a:t>
            </a:r>
          </a:p>
          <a:p>
            <a:r>
              <a:rPr lang="en-GB" sz="2200"/>
              <a:t>Advice on optimal play for each hand type</a:t>
            </a:r>
          </a:p>
          <a:p>
            <a:endParaRPr lang="en-GB" sz="2200"/>
          </a:p>
        </p:txBody>
      </p:sp>
      <p:pic>
        <p:nvPicPr>
          <p:cNvPr id="5" name="Picture 4" descr="Bricks in the form of network signals on orange background">
            <a:extLst>
              <a:ext uri="{FF2B5EF4-FFF2-40B4-BE49-F238E27FC236}">
                <a16:creationId xmlns:a16="http://schemas.microsoft.com/office/drawing/2014/main" id="{A4494C6D-FEFC-192C-B78B-D7F897EBD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1" r="30186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2120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C0E33-CAAE-8532-2FD7-F848740A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Version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28BFC-1807-A1E2-2369-EACEDB883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0CEAC-C738-A4D5-AD9A-FAB037A3B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sz="2200"/>
              <a:t>GitHub used throughout development</a:t>
            </a:r>
          </a:p>
          <a:p>
            <a:r>
              <a:rPr lang="en-GB" sz="2200"/>
              <a:t>Regular commits</a:t>
            </a:r>
          </a:p>
          <a:p>
            <a:r>
              <a:rPr lang="en-GB" sz="2200"/>
              <a:t>Informative commit messages</a:t>
            </a:r>
          </a:p>
          <a:p>
            <a:r>
              <a:rPr lang="en-GB" sz="2200"/>
              <a:t>GitHub Actions for CI/CD testing</a:t>
            </a:r>
          </a:p>
        </p:txBody>
      </p:sp>
    </p:spTree>
    <p:extLst>
      <p:ext uri="{BB962C8B-B14F-4D97-AF65-F5344CB8AC3E}">
        <p14:creationId xmlns:p14="http://schemas.microsoft.com/office/powerpoint/2010/main" val="1248410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FF03E-A56D-5B37-A154-44587C8D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7400"/>
              <a:t>Technical Report Highlights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F0669BA-8D20-D65B-EF4A-D9FE9979AF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88432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5733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0902-3C47-0284-C256-B7C58480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GB" sz="3200"/>
              <a:t>Deliverables</a:t>
            </a:r>
          </a:p>
        </p:txBody>
      </p:sp>
      <p:pic>
        <p:nvPicPr>
          <p:cNvPr id="20" name="Picture 19" descr="Computer script on a screen">
            <a:extLst>
              <a:ext uri="{FF2B5EF4-FFF2-40B4-BE49-F238E27FC236}">
                <a16:creationId xmlns:a16="http://schemas.microsoft.com/office/drawing/2014/main" id="{ECB6FBDD-C20D-E8B3-A345-56A50F91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5" r="44817" b="-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408F352-F59D-6FD8-412E-6CBC485D3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GB" sz="2000"/>
              <a:t>GitHub code repository</a:t>
            </a:r>
          </a:p>
          <a:p>
            <a:r>
              <a:rPr lang="en-GB" sz="2000"/>
              <a:t>API documentation using SwaggerUI</a:t>
            </a:r>
          </a:p>
          <a:p>
            <a:r>
              <a:rPr lang="en-GB" sz="2000"/>
              <a:t>Technical report</a:t>
            </a:r>
          </a:p>
        </p:txBody>
      </p:sp>
    </p:spTree>
    <p:extLst>
      <p:ext uri="{BB962C8B-B14F-4D97-AF65-F5344CB8AC3E}">
        <p14:creationId xmlns:p14="http://schemas.microsoft.com/office/powerpoint/2010/main" val="1547363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19DA560C-2CD1-F55D-2EC8-F4E449DFE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81A68-5D7E-F973-0613-FFA8A404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/>
              <a:t>Thank you for listening!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4CF48-75BB-01D9-07B3-8577ED8CE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Are there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2455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150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Georgia</vt:lpstr>
      <vt:lpstr>Office Theme</vt:lpstr>
      <vt:lpstr>Blackjack Analytics API</vt:lpstr>
      <vt:lpstr>Project Overview</vt:lpstr>
      <vt:lpstr>System Architecture</vt:lpstr>
      <vt:lpstr>Database Design</vt:lpstr>
      <vt:lpstr>API Overview</vt:lpstr>
      <vt:lpstr>Live Demonstration</vt:lpstr>
      <vt:lpstr>Strategy Analysis</vt:lpstr>
      <vt:lpstr>Version Control</vt:lpstr>
      <vt:lpstr>Technical Report Highlights</vt:lpstr>
      <vt:lpstr>Deliverables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Fairley [sc22af2]</dc:creator>
  <cp:lastModifiedBy>Alexander Fairley [sc22af2]</cp:lastModifiedBy>
  <cp:revision>2</cp:revision>
  <dcterms:created xsi:type="dcterms:W3CDTF">2026-03-20T20:51:24Z</dcterms:created>
  <dcterms:modified xsi:type="dcterms:W3CDTF">2026-03-20T22:01:35Z</dcterms:modified>
</cp:coreProperties>
</file>